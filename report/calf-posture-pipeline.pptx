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what the pipeline does, how the model was trained, how accurate it is, and what the first three weeks of data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run: 1.8 M frames sampled, 3.7 M calf crops classified, 502 hours of video per pen, unattended on the lab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balance: 581 lying, 178 standing, 31 empty. Standing is the rarer class, which is worth remembering when reading the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and test images are human-labelled only - none of the machine-labelled frames are in them, so the model is not grading its own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= when it says lying, how often it is right. Recall = of the frames that really are lying, how many it caught. Not one lying/standing mix-up, but small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calves lie 50-87% of the day and the day-to-day swings are large. The right calf drifts down about 0.8 points a day (r = -0.53); the left shows no trend at all. With two animals this is a description, not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calf averages 16.9 h lying a day, right calf 15.4 h. Bars stop short of 24 h where footage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over every minute of all 25 dates. The two sharp dips, around 07:00 and 19:00, are the same on both calves and on every day - the obvious candidate is feeding, which the barn schedule can confirm. A classifier that was guessing would not produce a repeatable twice-daily pattern, so this doubles as a sanity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minute in minute_activity.csv also carries how many of its 60 frames agreed, so a disputed minute can be judged on the strength of the evidence. 7.6% of minutes fall below 80% agreement - those are the transitions, and the fairest place for a human to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lying and standing time from calf pen video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of CH1 footage, one second at a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3401568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Helmut Ulrich  ·  Animal Science / AgriLife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pipeline does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coco_vs_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51560"/>
            <a:ext cx="3840480" cy="3575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wall-clock time out of every filename, so each frame keeps its real timestamp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1 frame per second and cuts the left and right pen apart - the two calves never mix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finds the calf and labels it lying or standing; a 5-frame majority vote removes flicker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COCO weights were useless from overhead - the white calf read as a dog, the black one as scissors - so the model was trained on our own labels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frames: standard COCO weights above, our trained model below.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Labelling: 286 by hand, 503 by machine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721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025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labelled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5856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across one 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4721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0025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by hand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25856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Roboflow, ~2 hours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4721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00253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auto-labelled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2585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uncertain ones checked by eye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sampled every 20 s across pre-dawn, morning, afternoon and night, then near-duplicates dropped - a calf that has not moved in 20 minutes teaches nothing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per calf, two classes: lying and standing. Empty pens labelled as "no calf"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model trained on the 286 hand labels pre-labelled the rest; only the frames it was unsure about came back for human review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66928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1325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(3.2 M parameters)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093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px, letterboxed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4597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660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train / 57 val / 28 test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0266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+ rotation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593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RTX 5070, ~2 min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scores after every epoch. The held-out test split was only touched once, at the end.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on frames the model never saw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206240" cy="341985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46320" y="30632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97.6% correct; mAP@50 0.97, mAP@50-95 0.87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errors are empty pens where it saw a calf that was not there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85 frames, all from one day and these two calves - the human validation is the real test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lying time, 19 full days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trend_lying_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49808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data as hours per day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daily_h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34440"/>
            <a:ext cx="6126480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Lying follows the clock</a:t>
            </a:r>
            <a:endParaRPr lang="en-US" sz="2600" dirty="0"/>
          </a:p>
        </p:txBody>
      </p:sp>
      <p:pic>
        <p:nvPicPr>
          <p:cNvPr id="4" name="Image 0" descr="C:\Users\helmu\Documents\Work\Cow Detection\cow-vision\report\figures\diu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8638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5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91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minute_activity.csv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928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calf, timestamp (1 min), activity - plus the frame counts behind each minute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7465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validation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51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daily_summary_all.csv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529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calf per day: lying / standing hours, observed hours, detection rate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7066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FE3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11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bouts_all.csv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130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continuous lying or standing stretch over a minute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6667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metrics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61,146 minutes across 25 dates, both calves.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Calf posture pipeline</dc:title>
  <dc:subject>PptxGenJS Presentation</dc:subject>
  <dc:creator>Helmut Ulrich</dc:creator>
  <cp:lastModifiedBy>Helmut Ulrich</cp:lastModifiedBy>
  <cp:revision>1</cp:revision>
  <dcterms:created xsi:type="dcterms:W3CDTF">2026-09-22T22:08:53Z</dcterms:created>
  <dcterms:modified xsi:type="dcterms:W3CDTF">2026-09-22T22:08:53Z</dcterms:modified>
</cp:coreProperties>
</file>